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2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08" d="100"/>
          <a:sy n="208" d="100"/>
        </p:scale>
        <p:origin x="150" y="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5385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23360"/>
            <a:ext cx="9144000" cy="112014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583680" y="-1097280"/>
            <a:ext cx="4572000" cy="4572000"/>
          </a:xfrm>
          <a:prstGeom prst="ellipse">
            <a:avLst/>
          </a:prstGeom>
          <a:solidFill>
            <a:srgbClr val="0E7C7B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772400" y="2560320"/>
            <a:ext cx="2286000" cy="2286000"/>
          </a:xfrm>
          <a:prstGeom prst="ellipse">
            <a:avLst/>
          </a:prstGeom>
          <a:solidFill>
            <a:srgbClr val="F4831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109728" cy="2834640"/>
          </a:xfrm>
          <a:prstGeom prst="rect">
            <a:avLst/>
          </a:prstGeom>
          <a:solidFill>
            <a:srgbClr val="F483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58368" y="10515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4831F"/>
                </a:solidFill>
              </a:rPr>
              <a:t>EMBEDDED SYSTEMS PROJECT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8368" y="1463040"/>
            <a:ext cx="7772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Smart Fridge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Door Monitor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658368" y="32004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0B4D6"/>
                </a:solidFill>
              </a:rPr>
              <a:t>IoT-Based Access Tracking via Rotary Encoder &amp; Telegram Bot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4114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Meshal Mohammed 223048650  ·  Omar Alhamed 222406431  ·  Yousef Alhashim 223038205  ·  Yazeed </a:t>
            </a:r>
            <a:r>
              <a:rPr lang="en-US" sz="1100" dirty="0" err="1">
                <a:solidFill>
                  <a:srgbClr val="FFFFFF"/>
                </a:solidFill>
              </a:rPr>
              <a:t>Almuslim</a:t>
            </a:r>
            <a:r>
              <a:rPr lang="en-US" sz="1100" dirty="0">
                <a:solidFill>
                  <a:srgbClr val="FFFFFF"/>
                </a:solidFill>
              </a:rPr>
              <a:t> 222449093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4526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5D5E8"/>
                </a:solidFill>
              </a:rPr>
              <a:t>Supervised by Dr. Ramasamy  |  April 2026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0" y="42976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</a:rPr>
              <a:t>KFU · CCSIT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able of Contents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AccentBar"/>
          <p:cNvSpPr/>
          <p:nvPr/>
        </p:nvSpPr>
        <p:spPr>
          <a:xfrm>
            <a:off x="0" y="960120"/>
            <a:ext cx="18000" cy="418338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HeaderTitle"/>
          <p:cNvSpPr/>
          <p:nvPr/>
        </p:nvSpPr>
        <p:spPr>
          <a:xfrm>
            <a:off x="274638" y="0"/>
            <a:ext cx="886936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Table of Contents</a:t>
            </a:r>
          </a:p>
        </p:txBody>
      </p:sp>
      <p:sp>
        <p:nvSpPr>
          <p:cNvPr id="6" name="TOCLeft"/>
          <p:cNvSpPr/>
          <p:nvPr/>
        </p:nvSpPr>
        <p:spPr>
          <a:xfrm>
            <a:off x="274638" y="1080000"/>
            <a:ext cx="4100000" cy="39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4831F"/>
                </a:solidFill>
              </a:rPr>
              <a:t>01</a:t>
            </a:r>
            <a:r>
              <a:rPr lang="en-US" sz="1200" b="1" dirty="0">
                <a:solidFill>
                  <a:srgbClr val="0D1F4E"/>
                </a:solidFill>
              </a:rPr>
              <a:t>  Problem Statement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950" dirty="0">
                <a:solidFill>
                  <a:srgbClr val="5A7A9A"/>
                </a:solidFill>
              </a:rPr>
              <a:t>    Gap Analysis &amp; Our Solution</a:t>
            </a:r>
          </a:p>
          <a:p>
            <a:pPr marL="0" indent="0">
              <a:spcBef>
                <a:spcPts val="700"/>
              </a:spcBef>
              <a:buNone/>
            </a:pPr>
            <a:r>
              <a:rPr lang="en-US" sz="1200" b="1" dirty="0">
                <a:solidFill>
                  <a:srgbClr val="F4831F"/>
                </a:solidFill>
              </a:rPr>
              <a:t>02</a:t>
            </a:r>
            <a:r>
              <a:rPr lang="en-US" sz="1200" b="1" dirty="0">
                <a:solidFill>
                  <a:srgbClr val="0D1F4E"/>
                </a:solidFill>
              </a:rPr>
              <a:t>  System Architecture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950" dirty="0">
                <a:solidFill>
                  <a:srgbClr val="5A7A9A"/>
                </a:solidFill>
              </a:rPr>
              <a:t>    Sensing, Processing &amp; UI Units</a:t>
            </a:r>
          </a:p>
          <a:p>
            <a:pPr marL="0" indent="0">
              <a:spcBef>
                <a:spcPts val="700"/>
              </a:spcBef>
              <a:buNone/>
            </a:pPr>
            <a:r>
              <a:rPr lang="en-US" sz="1200" b="1" dirty="0">
                <a:solidFill>
                  <a:srgbClr val="F4831F"/>
                </a:solidFill>
              </a:rPr>
              <a:t>03</a:t>
            </a:r>
            <a:r>
              <a:rPr lang="en-US" sz="1200" b="1" dirty="0">
                <a:solidFill>
                  <a:srgbClr val="0D1F4E"/>
                </a:solidFill>
              </a:rPr>
              <a:t>  Hardware Design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950" dirty="0">
                <a:solidFill>
                  <a:srgbClr val="5A7A9A"/>
                </a:solidFill>
              </a:rPr>
              <a:t>    Components &amp; Pin Connections</a:t>
            </a:r>
          </a:p>
        </p:txBody>
      </p:sp>
      <p:sp>
        <p:nvSpPr>
          <p:cNvPr id="7" name="TOCRight"/>
          <p:cNvSpPr/>
          <p:nvPr/>
        </p:nvSpPr>
        <p:spPr>
          <a:xfrm>
            <a:off x="4800000" y="1080000"/>
            <a:ext cx="4100000" cy="39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4831F"/>
                </a:solidFill>
              </a:rPr>
              <a:t>04</a:t>
            </a:r>
            <a:r>
              <a:rPr lang="en-US" sz="1200" b="1" dirty="0">
                <a:solidFill>
                  <a:srgbClr val="0D1F4E"/>
                </a:solidFill>
              </a:rPr>
              <a:t>  Software Design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950" dirty="0">
                <a:solidFill>
                  <a:srgbClr val="5A7A9A"/>
                </a:solidFill>
              </a:rPr>
              <a:t>    Shelf &amp; User Detection Algorithms</a:t>
            </a:r>
          </a:p>
          <a:p>
            <a:pPr marL="0" indent="0">
              <a:spcBef>
                <a:spcPts val="700"/>
              </a:spcBef>
              <a:buNone/>
            </a:pPr>
            <a:r>
              <a:rPr lang="en-US" sz="1200" b="1" dirty="0">
                <a:solidFill>
                  <a:srgbClr val="F4831F"/>
                </a:solidFill>
              </a:rPr>
              <a:t>05</a:t>
            </a:r>
            <a:r>
              <a:rPr lang="en-US" sz="1200" b="1" dirty="0">
                <a:solidFill>
                  <a:srgbClr val="0D1F4E"/>
                </a:solidFill>
              </a:rPr>
              <a:t>  Results &amp; Discussion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950" dirty="0">
                <a:solidFill>
                  <a:srgbClr val="5A7A9A"/>
                </a:solidFill>
              </a:rPr>
              <a:t>    Person ID &amp; Shelf Detection Results</a:t>
            </a:r>
          </a:p>
          <a:p>
            <a:pPr marL="0" indent="0">
              <a:spcBef>
                <a:spcPts val="700"/>
              </a:spcBef>
              <a:buNone/>
            </a:pPr>
            <a:r>
              <a:rPr lang="en-US" sz="1200" b="1" dirty="0">
                <a:solidFill>
                  <a:srgbClr val="F4831F"/>
                </a:solidFill>
              </a:rPr>
              <a:t>06</a:t>
            </a:r>
            <a:r>
              <a:rPr lang="en-US" sz="1200" b="1" dirty="0">
                <a:solidFill>
                  <a:srgbClr val="0D1F4E"/>
                </a:solidFill>
              </a:rPr>
              <a:t>  Conclusion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950" dirty="0">
                <a:solidFill>
                  <a:srgbClr val="5A7A9A"/>
                </a:solidFill>
              </a:rPr>
              <a:t>    Key Achievements &amp;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73152"/>
          </a:xfrm>
          <a:prstGeom prst="rect">
            <a:avLst/>
          </a:prstGeom>
          <a:solidFill>
            <a:srgbClr val="F483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5544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Problem Statement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07008"/>
            <a:ext cx="397764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207008"/>
            <a:ext cx="91440" cy="3566160"/>
          </a:xfrm>
          <a:prstGeom prst="rect">
            <a:avLst/>
          </a:prstGeom>
          <a:solidFill>
            <a:srgbClr val="0D1F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34416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F4E"/>
                </a:solidFill>
              </a:rPr>
              <a:t>The Gap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874520"/>
            <a:ext cx="201168" cy="201168"/>
          </a:xfrm>
          <a:prstGeom prst="ellipse">
            <a:avLst/>
          </a:prstGeom>
          <a:solidFill>
            <a:srgbClr val="0D1F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86968" y="185623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</a:rPr>
              <a:t>Ordinary fridges have no usage tracking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2359152"/>
            <a:ext cx="201168" cy="201168"/>
          </a:xfrm>
          <a:prstGeom prst="ellipse">
            <a:avLst/>
          </a:prstGeom>
          <a:solidFill>
            <a:srgbClr val="0D1F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86968" y="234086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</a:rPr>
              <a:t>No record of who opened the door or when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" y="2843784"/>
            <a:ext cx="201168" cy="201168"/>
          </a:xfrm>
          <a:prstGeom prst="ellipse">
            <a:avLst/>
          </a:prstGeom>
          <a:solidFill>
            <a:srgbClr val="0D1F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86968" y="282549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</a:rPr>
              <a:t>No alerts when door is left open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" y="3328416"/>
            <a:ext cx="201168" cy="201168"/>
          </a:xfrm>
          <a:prstGeom prst="ellipse">
            <a:avLst/>
          </a:prstGeom>
          <a:solidFill>
            <a:srgbClr val="0D1F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86968" y="331012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</a:rPr>
              <a:t>Leads to energy waste &amp; food expiration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" y="3813048"/>
            <a:ext cx="201168" cy="201168"/>
          </a:xfrm>
          <a:prstGeom prst="ellipse">
            <a:avLst/>
          </a:prstGeom>
          <a:solidFill>
            <a:srgbClr val="0D1F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86968" y="37947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</a:rPr>
              <a:t>No real-time family notifications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00600" y="1207008"/>
            <a:ext cx="3977640" cy="3566160"/>
          </a:xfrm>
          <a:prstGeom prst="rect">
            <a:avLst/>
          </a:prstGeom>
          <a:solidFill>
            <a:srgbClr val="0D1F4E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0" y="134416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831F"/>
                </a:solidFill>
              </a:rPr>
              <a:t>Our Solution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029200" y="1874520"/>
            <a:ext cx="201168" cy="201168"/>
          </a:xfrm>
          <a:prstGeom prst="ellipse">
            <a:avLst/>
          </a:prstGeom>
          <a:solidFill>
            <a:srgbClr val="F483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321808" y="184708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Low-cost, non-intrusive IoT monitor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0" y="2322576"/>
            <a:ext cx="201168" cy="201168"/>
          </a:xfrm>
          <a:prstGeom prst="ellipse">
            <a:avLst/>
          </a:prstGeom>
          <a:solidFill>
            <a:srgbClr val="F483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321808" y="229514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Rotary encoder tracks door angle (0–9)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0" y="2770632"/>
            <a:ext cx="201168" cy="201168"/>
          </a:xfrm>
          <a:prstGeom prst="ellipse">
            <a:avLst/>
          </a:prstGeom>
          <a:solidFill>
            <a:srgbClr val="F483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321808" y="27432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Identifies shelf/drawer accessed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29200" y="3218688"/>
            <a:ext cx="201168" cy="201168"/>
          </a:xfrm>
          <a:prstGeom prst="ellipse">
            <a:avLst/>
          </a:prstGeom>
          <a:solidFill>
            <a:srgbClr val="F483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321808" y="319125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Identifies user by opening speed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0" y="3666744"/>
            <a:ext cx="201168" cy="201168"/>
          </a:xfrm>
          <a:prstGeom prst="ellipse">
            <a:avLst/>
          </a:prstGeom>
          <a:solidFill>
            <a:srgbClr val="F483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321808" y="363931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Instant Telegram bot notifications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029200" y="4114800"/>
            <a:ext cx="201168" cy="201168"/>
          </a:xfrm>
          <a:prstGeom prst="ellipse">
            <a:avLst/>
          </a:prstGeom>
          <a:solidFill>
            <a:srgbClr val="F483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321808" y="408736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LED + alert if door open &gt; 30 seconds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73152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5544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System Architecture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2606040" cy="3611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170432"/>
            <a:ext cx="2606040" cy="530352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20700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1. Sensing Unit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</a:rPr>
              <a:t>KY-040 Rotary Encoder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238658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</a:rPr>
              <a:t>Mounted on fridge hinge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289864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</a:rPr>
              <a:t>CLK, DT, SW signals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341071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</a:rPr>
              <a:t>Tracks door angle (0–9 positions)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392277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</a:rPr>
              <a:t>Button simulates door close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383280" y="1170432"/>
            <a:ext cx="2606040" cy="3611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383280" y="1170432"/>
            <a:ext cx="2606040" cy="530352"/>
          </a:xfrm>
          <a:prstGeom prst="rect">
            <a:avLst/>
          </a:prstGeom>
          <a:solidFill>
            <a:srgbClr val="0D1F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74720" y="120700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2. Processing &amp; Connectivity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20440" y="18745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</a:rPr>
              <a:t>ESP32-WROOM-32 MCU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520440" y="238658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</a:rPr>
              <a:t>Reads encoder signals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520440" y="289864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</a:rPr>
              <a:t>Calculates position, speed,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520440" y="341071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</a:rPr>
              <a:t>  open duration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520440" y="392277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</a:rPr>
              <a:t>Connects via home Wi-Fi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520440" y="44348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</a:rPr>
              <a:t>Sends data to Telegram Bot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46520" y="1170432"/>
            <a:ext cx="2606040" cy="3611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446520" y="1170432"/>
            <a:ext cx="2606040" cy="530352"/>
          </a:xfrm>
          <a:prstGeom prst="rect">
            <a:avLst/>
          </a:prstGeom>
          <a:solidFill>
            <a:srgbClr val="F483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537960" y="120700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3. User Interface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83680" y="18745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</a:rPr>
              <a:t>Telegram Bot (smartphone)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583680" y="238658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</a:rPr>
              <a:t>Onboard LED (GPIO 2)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583680" y="289864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</a:rPr>
              <a:t>Flashes if door open &gt;30s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583680" y="341071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</a:rPr>
              <a:t>Serial Monitor (USB debug)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583680" y="392277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</a:rPr>
              <a:t>Event log with user &amp; shelf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2944368" y="2971800"/>
            <a:ext cx="411480" cy="0"/>
          </a:xfrm>
          <a:prstGeom prst="line">
            <a:avLst/>
          </a:prstGeom>
          <a:noFill/>
          <a:ln w="31750">
            <a:solidFill>
              <a:srgbClr val="0D1F4E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007608" y="2971800"/>
            <a:ext cx="411480" cy="0"/>
          </a:xfrm>
          <a:prstGeom prst="line">
            <a:avLst/>
          </a:prstGeom>
          <a:noFill/>
          <a:ln w="31750">
            <a:solidFill>
              <a:srgbClr val="0D1F4E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73152"/>
          </a:xfrm>
          <a:prstGeom prst="rect">
            <a:avLst/>
          </a:prstGeom>
          <a:solidFill>
            <a:srgbClr val="F483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5544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Hardware Design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3931920" cy="3611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170432"/>
            <a:ext cx="91440" cy="361188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F4E"/>
                </a:solidFill>
              </a:rPr>
              <a:t>Components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201168" cy="201168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18013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</a:rPr>
              <a:t>ESP32-WROOM-32 development board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377440"/>
            <a:ext cx="201168" cy="201168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" y="235000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</a:rPr>
              <a:t>KY-040 Rotary Encoder (with push button)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926080"/>
            <a:ext cx="201168" cy="201168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68680" y="289864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</a:rPr>
              <a:t>Onboard LED (GPIO 2)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474720"/>
            <a:ext cx="201168" cy="201168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68680" y="344728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</a:rPr>
              <a:t>5V USB power supply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023360"/>
            <a:ext cx="201168" cy="201168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68680" y="399592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</a:rPr>
              <a:t>Jumper wires &amp; Breadboard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0" y="1170432"/>
            <a:ext cx="4251960" cy="3611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0" y="1170432"/>
            <a:ext cx="91440" cy="3611880"/>
          </a:xfrm>
          <a:prstGeom prst="rect">
            <a:avLst/>
          </a:prstGeom>
          <a:solidFill>
            <a:srgbClr val="F483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00600" y="12801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F4E"/>
                </a:solidFill>
              </a:rPr>
              <a:t>Pin Connections</a:t>
            </a:r>
            <a:endParaRPr lang="en-US" sz="15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00600" y="1783080"/>
          <a:ext cx="3886200" cy="256032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Component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ESP32 GPIO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Encoder CLK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GPIO 23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Encoder DT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GPIO 25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Encoder SW (Btn)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GPIO 26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Onboard LED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GPIO 2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4800600" y="4434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</a:rPr>
              <a:t>The encoder shaft is attached to the fridge hinge — rotating the door rotates the encoder.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73152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5544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Software Design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3931920" cy="3611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170432"/>
            <a:ext cx="3931920" cy="475488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21615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Shelf Detection Algorithm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</a:rPr>
              <a:t>Maps max door position to fridge shelf: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121408"/>
          <a:ext cx="3749040" cy="256032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Max Position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Shelf / Area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</a:rPr>
                        <a:t>0 – 1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</a:rPr>
                        <a:t>Door closed / just opened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</a:rPr>
                        <a:t>2 – 3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</a:rPr>
                        <a:t>Left door rack (front)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</a:rPr>
                        <a:t>4 – 5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</a:rPr>
                        <a:t>Right door rack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</a:rPr>
                        <a:t>6 – 7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</a:rPr>
                        <a:t>Middle shelf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</a:rPr>
                        <a:t>8 – 9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</a:rPr>
                        <a:t>Deep shelf / crisper drawer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0" y="1170432"/>
            <a:ext cx="4251960" cy="3611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572000" y="1170432"/>
            <a:ext cx="4251960" cy="475488"/>
          </a:xfrm>
          <a:prstGeom prst="rect">
            <a:avLst/>
          </a:prstGeom>
          <a:solidFill>
            <a:srgbClr val="0D1F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663440" y="1216152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Person Identification Algorithm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709160" y="173736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7B"/>
                </a:solidFill>
              </a:rPr>
              <a:t>Speed = (maxPosition × 1000) / timeToMax</a:t>
            </a:r>
            <a:endParaRPr lang="en-US" sz="1100" dirty="0"/>
          </a:p>
        </p:txBody>
      </p:sp>
      <p:graphicFrame>
        <p:nvGraphicFramePr>
          <p:cNvPr id="14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2121408"/>
          <a:ext cx="4023360" cy="210312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User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Speed (pos/s)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</a:rPr>
                        <a:t>Father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</a:rPr>
                        <a:t>&gt; 3.67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</a:rPr>
                        <a:t>Fast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</a:rPr>
                        <a:t>Me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</a:rPr>
                        <a:t>2.34 – 3.67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</a:rPr>
                        <a:t>Medium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</a:rPr>
                        <a:t>Mom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</a:rPr>
                        <a:t>1.00 – 2.33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</a:rPr>
                        <a:t>Slow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</a:rPr>
                        <a:t>Kid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</a:rPr>
                        <a:t>&lt; 1.00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</a:rPr>
                        <a:t>Very Slow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Text 11"/>
          <p:cNvSpPr/>
          <p:nvPr/>
        </p:nvSpPr>
        <p:spPr>
          <a:xfrm>
            <a:off x="4663440" y="431596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</a:rPr>
              <a:t>Thresholds determined experimentally by recording each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</a:rPr>
              <a:t>family member's opening speed across multiple trials.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73152"/>
          </a:xfrm>
          <a:prstGeom prst="rect">
            <a:avLst/>
          </a:prstGeom>
          <a:solidFill>
            <a:srgbClr val="F483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5544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Results &amp; Discussion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3931920" cy="3611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170432"/>
            <a:ext cx="3931920" cy="475488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21615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Person Identification Results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737360"/>
          <a:ext cx="3749040" cy="224028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80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Member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Avg Speed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Father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4.50 pos/s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100%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Me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3.20 pos/s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95%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Mom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1.75 pos/s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92%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Kid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0.80 pos/s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100%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40507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C7B"/>
                </a:solidFill>
              </a:rPr>
              <a:t>All 4 users identified with ≥ 92% accuracy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4389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</a:rPr>
              <a:t>Tested across multiple opening distances and sessions.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0" y="1170432"/>
            <a:ext cx="4251960" cy="3611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572000" y="1170432"/>
            <a:ext cx="4251960" cy="475488"/>
          </a:xfrm>
          <a:prstGeom prst="rect">
            <a:avLst/>
          </a:prstGeom>
          <a:solidFill>
            <a:srgbClr val="0D1F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663440" y="1216152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Shelf Detection Results</a:t>
            </a:r>
            <a:endParaRPr lang="en-US" sz="1400" dirty="0"/>
          </a:p>
        </p:txBody>
      </p:sp>
      <p:graphicFrame>
        <p:nvGraphicFramePr>
          <p:cNvPr id="14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737360"/>
          <a:ext cx="4023360" cy="224028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80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Max Pos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Item Taken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Reported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</a:rPr>
                        <a:t>Butter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</a:rPr>
                        <a:t>Left door rack ✓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</a:rPr>
                        <a:t>Juice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</a:rPr>
                        <a:t>Right door rack ✓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</a:rPr>
                        <a:t>Leftover container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</a:rPr>
                        <a:t>Middle shelf ✓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</a:rPr>
                        <a:t>Carrots (crisper)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</a:rPr>
                        <a:t>Deep shelf ✓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Text 11"/>
          <p:cNvSpPr/>
          <p:nvPr/>
        </p:nvSpPr>
        <p:spPr>
          <a:xfrm>
            <a:off x="4663440" y="405079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4E"/>
                </a:solidFill>
              </a:rPr>
              <a:t>100% shelf detection accuracy in all test cases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663440" y="437083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</a:rPr>
              <a:t>Telegram notification delivered within 2 seconds.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</a:rPr>
              <a:t>LED blinks + alert after 30s door-open (no spam).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F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4114800" cy="4114800"/>
          </a:xfrm>
          <a:prstGeom prst="ellipse">
            <a:avLst/>
          </a:prstGeom>
          <a:solidFill>
            <a:srgbClr val="0E7C7B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F4831F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109728" cy="2926080"/>
          </a:xfrm>
          <a:prstGeom prst="rect">
            <a:avLst/>
          </a:prstGeom>
          <a:solidFill>
            <a:srgbClr val="F483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0058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4831F"/>
                </a:solidFill>
              </a:rPr>
              <a:t>CONCLUSION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14173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Key Achievements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85800" y="2148840"/>
            <a:ext cx="7772400" cy="356616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21671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831F"/>
                </a:solidFill>
              </a:rPr>
              <a:t>✔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70432" y="216712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Low-cost, plug-and-play fridge monitoring system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2578608"/>
            <a:ext cx="7772400" cy="35661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259689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831F"/>
                </a:solidFill>
              </a:rPr>
              <a:t>✔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70432" y="2596896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Door position tracked via rotary encoder (0–9 scale)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3008376"/>
            <a:ext cx="7772400" cy="356616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302666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831F"/>
                </a:solidFill>
              </a:rPr>
              <a:t>✔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70432" y="3026664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Shelf/drawer access identified with 100% accuracy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3438144"/>
            <a:ext cx="7772400" cy="35661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7240" y="34564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831F"/>
                </a:solidFill>
              </a:rPr>
              <a:t>✔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70432" y="345643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User identification by opening speed — ≥ 92% accuracy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" y="3867912"/>
            <a:ext cx="7772400" cy="356616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77240" y="3886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831F"/>
                </a:solidFill>
              </a:rPr>
              <a:t>✔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70432" y="388620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Real-time Telegram notifications within 2 seconds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5800" y="4297680"/>
            <a:ext cx="7772400" cy="35661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77240" y="43159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831F"/>
                </a:solidFill>
              </a:rPr>
              <a:t>✔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70432" y="431596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LED warning + alert message after 30-second open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5800" y="477316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ABCC"/>
                </a:solidFill>
              </a:rPr>
              <a:t>Future Work: Mobile app integration · Temperature sensors · Cloud dashboard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5</TotalTime>
  <Words>634</Words>
  <Application>Microsoft Office PowerPoint</Application>
  <PresentationFormat>On-screen Show (16:9)</PresentationFormat>
  <Paragraphs>167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Fridge Door Monitor</dc:title>
  <dc:subject>PptxGenJS Presentation</dc:subject>
  <dc:creator>PptxGenJS</dc:creator>
  <cp:lastModifiedBy>عمر سالم بن عبدالعزيز الحامد</cp:lastModifiedBy>
  <cp:revision>2</cp:revision>
  <dcterms:created xsi:type="dcterms:W3CDTF">2026-05-02T19:49:51Z</dcterms:created>
  <dcterms:modified xsi:type="dcterms:W3CDTF">2026-05-02T20:38:33Z</dcterms:modified>
</cp:coreProperties>
</file>